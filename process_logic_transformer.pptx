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AI  /  INFINEON  ·  HACKATHON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 Logic Transformer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the rules of semiconductor process routes — and measuring whether they hold.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548640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480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123123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Volodymyr Sennikov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Ronald Juhasz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 Ilic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123123  ·  Industrial AI / Infineon  ·  Process Logic Transformer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the logic, not the n-grams.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process routes are long, ordered sequences of </a:t>
            </a:r>
            <a:pPr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107–151 steps</a:t>
            </a:r>
            <a:pPr indent="0" marL="0">
              <a:buNone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three families: </a:t>
            </a:r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MOSFET, IGBT, IC</a:t>
            </a:r>
            <a:pPr indent="0" marL="0">
              <a:buNone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question we kept honest about: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model learn the rules that generate valid sequences — or just memorize n-grams?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2606040" cy="13716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4297680"/>
            <a:ext cx="260604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434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8006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Next-step prediction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383280" y="4297680"/>
            <a:ext cx="2606040" cy="13716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4297680"/>
            <a:ext cx="260604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4434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48006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 completion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0" y="4297680"/>
            <a:ext cx="2606040" cy="13716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4297680"/>
            <a:ext cx="260604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434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48006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detection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052560" y="4297680"/>
            <a:ext cx="2606040" cy="13716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0" y="4297680"/>
            <a:ext cx="260604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4434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235440" y="48006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OOD 4th-family generalization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123123  ·  Industrial AI / Infineon  ·  Process Logic Transformer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APPROACH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transformer, big evaluation.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92608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Decoder-only, from scratch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10637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Word-level vocab (~200 tokens). No pretrained LLM — its subword machinery would hurt, not help.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292608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97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65176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Validator in the eval loop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3063240"/>
            <a:ext cx="10637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epoch, complete held-out prefixes and score with the rule validator. A process-logic signal independent of loss.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292608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840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79476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Trigram baseline as the floor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4206240"/>
            <a:ext cx="10637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frequency counting tells us what 'good' means — and its OOD collapse proves local stats don't transfer.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292608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983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93776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Likelihood-based anomaly head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05840" y="5349240"/>
            <a:ext cx="10637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tuned on labeled data — never on the eval set.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123123  ·  Industrial AI / Infineon  ·  Process Logic Transformer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KEY INSIGHT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 normalization: a free win.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548640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6596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ALIGN_MASK_LEVEL_1, ALIGN_MASK_LEVEL_2, … LEVEL_6  →  treated as 6 unrelated tokens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54864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52044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ALIGN_MASK_LEVEL  +  &lt;N1&gt; … &lt;N6&gt;  →  shared base + number token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effect (held-out)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2011680"/>
            <a:ext cx="5303520" cy="7315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148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accuracy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95360" y="2148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0.808  →  0.828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24128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2880360"/>
            <a:ext cx="5303520" cy="7315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95360" y="3017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0.332  →  0.300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241280" y="3017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−0.032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3749040"/>
            <a:ext cx="5303520" cy="7315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886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95360" y="3886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→  —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241280" y="3886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4709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tokenizer change — not a bigger model.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123123  ·  Industrial AI / Infineon  ·  Process Logic Transformer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PIPELINE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synthetic data to scored submission.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23748" y="2377440"/>
            <a:ext cx="1691640" cy="14630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3748" y="2377440"/>
            <a:ext cx="1691640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5188" y="25603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5188" y="30632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 seqs 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MOSFET / IGBT / 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69668" y="283464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534260" y="2377440"/>
            <a:ext cx="1691640" cy="14630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34260" y="2377440"/>
            <a:ext cx="1691640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25700" y="25603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25700" y="30632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tokens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number split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80180" y="283464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344772" y="2377440"/>
            <a:ext cx="1691640" cy="14630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4772" y="2377440"/>
            <a:ext cx="1691640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6212" y="25603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36212" y="30632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Trigram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(CPU floor)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90692" y="283464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155284" y="2377440"/>
            <a:ext cx="1691640" cy="14630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55284" y="2377440"/>
            <a:ext cx="1691640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6724" y="25603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46724" y="30632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transformer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 · 1× A100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801204" y="283464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7965796" y="2377440"/>
            <a:ext cx="1691640" cy="14630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65796" y="2377440"/>
            <a:ext cx="1691640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57236" y="25603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057236" y="30632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Next-step · Completion 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(likelihood)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11716" y="283464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9776308" y="2377440"/>
            <a:ext cx="1691640" cy="14630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76308" y="2377440"/>
            <a:ext cx="1691640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67748" y="25603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867748" y="30632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validator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eval_metrics.py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5720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Validator-in-the-loop: every epoch we score how often the model's completions introduce no new rule violation.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123123  ·  Industrial AI / Infineon  ·  Process Logic Transformer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RESULTS — COMPLETION (TASK 2)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than halves the baseline's edit distance.</a:t>
            </a:r>
            <a:endParaRPr lang="en-US" sz="3600" dirty="0"/>
          </a:p>
        </p:txBody>
      </p:sp>
      <p:pic>
        <p:nvPicPr>
          <p:cNvPr id="7" name="Image 0" descr="/tmp/deck/chart_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949440" cy="4023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72400" y="1554480"/>
            <a:ext cx="3931920" cy="12344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920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0.22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790956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0.55 baseline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0" y="2926080"/>
            <a:ext cx="3931920" cy="12344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0956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acc.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909560" y="3291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0.42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7909560" y="3794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0.32 baseline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772400" y="4297680"/>
            <a:ext cx="3931920" cy="12344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0956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Per-family wins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909560" y="4663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3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7909560" y="5166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MOSFET · IGBT · IC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5669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held-out examples · new seeds · same metrics as official eval_metrics.py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123123  ·  Industrial AI / Infineon  ·  Process Logic Transformer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RESULTS — ANOMALY &amp; NEXT-STEP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on anomaly. Saturated on next-step.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486400" cy="402336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5486400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 ·  TASK 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 = 0.96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777240" y="36576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Model-likelihood scoring with a threshold tuned on labeled data — never on the eval set.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50292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987 official sequences → submission/anomaly.csv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1645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NEXT-STEP  ·  TASK 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2103120"/>
            <a:ext cx="5303520" cy="548640"/>
          </a:xfrm>
          <a:prstGeom prst="rect">
            <a:avLst/>
          </a:prstGeom>
          <a:solidFill>
            <a:srgbClr val="262626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212848"/>
            <a:ext cx="149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05800" y="2212848"/>
            <a:ext cx="149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73640" y="2212848"/>
            <a:ext cx="149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Trigram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2670048"/>
            <a:ext cx="530352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779776"/>
            <a:ext cx="149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accuracy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05800" y="2779776"/>
            <a:ext cx="149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73640" y="2779776"/>
            <a:ext cx="149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3236976"/>
            <a:ext cx="530352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346704"/>
            <a:ext cx="149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accuracy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05800" y="3346704"/>
            <a:ext cx="149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73640" y="3346704"/>
            <a:ext cx="149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3986784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Top-5 is saturated for everyone — it does not discriminate models.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123123  ·  Industrial AI / Infineon  ·  Process Logic Transformer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HONEST FINDINGS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worked. What didn't.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42062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73152" cy="4206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10312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Completion: NED 0.22 vs 0.55 — wins on all 3 families.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Anomaly: F1 = 0.96 on labeled data.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trick: free +0.02 accuracy, −0.03 loss.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Validator-in-loop gave a process-logic signal beyond loss.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kept us honest about saturated metrics.</a:t>
            </a:r>
            <a:endParaRPr lang="en-US" sz="1400" dirty="0"/>
          </a:p>
        </p:txBody>
      </p:sp>
      <p:pic>
        <p:nvPicPr>
          <p:cNvPr id="11" name="Image 0" descr="/tmp/deck/chart_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54480"/>
            <a:ext cx="5303520" cy="30175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400800" y="4709160"/>
            <a:ext cx="5303520" cy="105156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4709160"/>
            <a:ext cx="73152" cy="10515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47731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DIDN'T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629400" y="50292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3.3M → 25.5M didn't move accuracy (~0.83 ceiling). OOD weak: 0.47 vs 0.40 baseline — honest negative.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123123  ·  Industrial AI / Infineon  ·  Process Logic Transformer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NEXT 36 HOURS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we'd do with more time.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94415" cy="12344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37360"/>
            <a:ext cx="73152" cy="1234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74520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Randomize generation marginals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103628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optional-step probabilities and cycle counts so the model isn't calibrated to one distribution — likely the biggest OOD lever.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11094415" cy="12344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108960"/>
            <a:ext cx="73152" cy="1234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46120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Discriminative anomaly head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3703320"/>
            <a:ext cx="103628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directly on labeled valid/invalid examples instead of relying on generative likelihood.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11094415" cy="12344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480560"/>
            <a:ext cx="73152" cy="1234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617720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scaling sweep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5074920"/>
            <a:ext cx="103628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tiny / baseline / large / xl as four parallel single-GPU jobs and report a proper scaling curve.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streamlit_process_dashboard.py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Side-by-side: trigram baseline vs. trained transformer on identical inputs.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572000"/>
            <a:ext cx="548640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7091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50292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· NumPy · pandas · Plotly · Streamlit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 (EuroHPC / CINECA) · SLURM · pixi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models: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trained from scratch.    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123123  ·  Volodymyr Sennikov  ·  Ronald Juhasz  ·  Stefan Ilic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2026-05-30T20:01:14Z</dcterms:created>
  <dcterms:modified xsi:type="dcterms:W3CDTF">2026-05-30T20:01:14Z</dcterms:modified>
</cp:coreProperties>
</file>